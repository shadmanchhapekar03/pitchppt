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Industrial Intelligence: Transforming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4CAF50"/>
                </a:solidFill>
              </a:defRPr>
            </a:pPr>
            <a:r>
              <a:t>AI-Powered Software for Enhanced Industrial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Industrial Efficiency Gap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Outdated legacy systems hinder operational insights.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Manual processes lead to human error and productivity loss.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Lack of real-time data visibility across complex operations.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High maintenance costs and unexpected equipment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AI-Driven Operational Intelligence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Automated data collection and predictive analytics platform.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Real-time monitoring and proactive issue detection.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Optimized resource allocation and process automation.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Reduced operational costs and improved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Untapped Industrial Software Market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$500B+ global industrial software market, growing rapidly.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Strong demand for digital transformation in manufacturing, logistics, energy.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Enterprises seek solutions to enhance competitiveness and sustainability.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Significant whitespace for intelligent, industry-agnostic platforms.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Platform: "OptiFlow AI"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Modular SaaS platform with customizable industry-specific modules.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Integrates seamlessly with existing ERP and IoT infrastructures.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Predictive maintenance, supply chain optimization, and quality control.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User-friendly interface with actionable insights for decision-makers.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Scalable SaaS &amp; Early Success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Subscription-based SaaS model with tiered pricing.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Annual contracts, driving predictable recurring revenue.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Pilots underway with 3 major industrial clients.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Achieved 20% efficiency gains in initial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