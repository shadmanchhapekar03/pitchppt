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AI-Powered Personalized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3498DB"/>
                </a:solidFill>
              </a:defRPr>
            </a:pPr>
            <a:r>
              <a:t>Revolutionizing Learning Through Adaptive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Current education is a one-size-fits-all model.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Diverse student learning styles and paces ignored.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Lack of personalized attention leads to disengagement.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Inefficient learning outcomes and unrealized potential.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AI-driven adaptive learning paths for every student.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Personalized content, pace, and assessment.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Real-time feedback and progress tracking.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Engaging, gamified, and interactive learning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Global EdTech market projected for significant growth.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Rising demand for effective online learning solutions.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Parents and institutions seeking personalized academic support.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Untapped potential for AI in K-12, higher ed, and corporate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Intelligent AI tutor adapting to individual student needs.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Comprehensive curriculum library across all subjects.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User-friendly interface for students, parents, and educators.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Advanced analytics dashboard for performance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Subscription-based model for individual students/families.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Tiered pricing for premium features and content access.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Licensing agreements with educational institutions.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Strategic partnerships with content providers.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