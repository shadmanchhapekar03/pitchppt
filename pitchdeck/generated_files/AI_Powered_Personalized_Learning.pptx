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AI-Powered Personalized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00BCD4"/>
                </a:solidFill>
              </a:defRPr>
            </a:pPr>
            <a:r>
              <a:t>Revolutionizing Education Through Adaptive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Obsolete One-Size-Fits-All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Traditional education struggles with diverse learning styles.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Students face disengagement, frustration, and knowledge gaps.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Educators lack tools for truly individualized support.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High student dropout rates and poor learning outcomes persist.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Intelligent Learning for Every Student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AI-driven adaptive learning paths tailored to individual needs.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Real-time performance analytics guide content delivery.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Personalized feedback and resource recommendations.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Foster engagement and accelerate mastery for all learners.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 Trillion-Dollar Market Ripe for Disruption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Global EdTech market projected to reach $600B by 2027.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Massive demand for effective online and blended learning.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Parents and institutions prioritize personalized education.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Untapped potential for AI to redefine learning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Our AI Platform: Precision Learning</a:t>
            </a:r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Proprietary AI algorithms continuously assess student progress.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Curriculum dynamically adapts to strengths and weaknesses.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Gamified modules and interactive content enhance engagement.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Analytics dashboard provides insights for educators and parents.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Scalable Impact, Clear Revenue</a:t>
            </a:r>
          </a:p>
        </p:txBody>
      </p:sp>
      <p:pic>
        <p:nvPicPr>
          <p:cNvPr id="4" name="Picture 3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89120" y="1280160"/>
            <a:ext cx="4480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Subscription-based SaaS for educational institutions (B2B).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Premium individual plans for direct-to-consumer learners (B2C).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Partnerships with content providers for extended offerings.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 Achieved 20% MoM user growth in pilot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