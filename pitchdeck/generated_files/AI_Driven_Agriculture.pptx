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C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AI-Driven Agriculture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 b="0">
                <a:solidFill>
                  <a:srgbClr val="8BC34A"/>
                </a:solidFill>
              </a:defRPr>
            </a:pPr>
            <a:r>
              <a:t>Cultivating a Smarter, More Sustainable Future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50000" cy="685800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C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Problem: The Agricultural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9120" y="0"/>
            <a:ext cx="4480560" cy="0"/>
          </a:xfrm>
        </p:spPr>
        <p:txBody>
          <a:bodyPr/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Global food demand rising, while resources diminish.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Climate change causes unpredictable yields and increased risks.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Inefficient resource use (water, fertilizer) drives up costs and waste.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Labor shortages impact farm productivity and scalability.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Traditional farming lacks data for precise, proactive decision-making.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50000" cy="685800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C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Solution: Intelligent Farm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9120" y="0"/>
            <a:ext cx="4480560" cy="0"/>
          </a:xfrm>
        </p:spPr>
        <p:txBody>
          <a:bodyPr/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AI-powered platform for real-time monitoring and predictive analytics.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Optimizes irrigation, fertilization, and pest control with precision.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Early detection of crop diseases and environmental stressors.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Automates routine tasks, addressing labor scarcity challenges.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Delivers actionable insights for maximizing yield and minimizing waste.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50000" cy="685800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C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Market Opportunity &amp; 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9120" y="0"/>
            <a:ext cx="4480560" cy="0"/>
          </a:xfrm>
        </p:spPr>
        <p:txBody>
          <a:bodyPr/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Multi-billion dollar AgTech market growing at a rapid pace.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Our product: integrated hardware (sensors, drones) and cloud-based software.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Machine learning models analyze soil, weather, and crop health data.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User-friendly dashboards and mobile alerts empower farmers.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Scalable solution for diverse farms, from smallholders to large enterprises.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50000" cy="685800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C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Business Model &amp; 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9120" y="0"/>
            <a:ext cx="4480560" cy="0"/>
          </a:xfrm>
        </p:spPr>
        <p:txBody>
          <a:bodyPr/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Subscription-based SaaS model with tiered service packages.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Revenue from hardware sales and installation; ongoing support fees.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Pilot programs with 3 regional farms showing 15% yield increase.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Secured Letters of Intent from 5 additional agricultural partners.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Projected ARR of $XM in Year 3 based on current growth trajectory.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50000" cy="685800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C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Team &amp; 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9120" y="0"/>
            <a:ext cx="4480560" cy="0"/>
          </a:xfrm>
        </p:spPr>
        <p:txBody>
          <a:bodyPr/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Experienced team in AI, agriculture, and SaaS development.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Seeking $2.5M seed funding to accelerate product development.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Funds will expand our engineering team and market reach.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Targeting nationwide expansion and new crop-specific AI models.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Invest in the future of food security and sustainable farming.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50000" cy="685800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