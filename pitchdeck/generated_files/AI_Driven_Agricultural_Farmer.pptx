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Driven Agricultural Farmer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Revolutionizing Agriculture with Intelligent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Rising global food demand challenges current farming.</a:t>
            </a:r>
          </a:p>
          <a:p>
            <a:pPr>
              <a:defRPr sz="1800"/>
            </a:pPr>
            <a:r>
              <a:t>Inefficient practices lead to resource waste and higher costs.</a:t>
            </a:r>
          </a:p>
          <a:p>
            <a:pPr>
              <a:defRPr sz="1800"/>
            </a:pPr>
            <a:r>
              <a:t>Climate change causes unpredictable crop yields and losses.</a:t>
            </a:r>
          </a:p>
          <a:p>
            <a:pPr>
              <a:defRPr sz="1800"/>
            </a:pPr>
            <a:r>
              <a:t>Farmers lack data for informed decisions and optimized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AI-driven platform for intelligent farm management.</a:t>
            </a:r>
          </a:p>
          <a:p>
            <a:pPr>
              <a:defRPr sz="1800"/>
            </a:pPr>
            <a:r>
              <a:t>Optimizes resource use (water, fertilizer) and enhances crop health.</a:t>
            </a:r>
          </a:p>
          <a:p>
            <a:pPr>
              <a:defRPr sz="1800"/>
            </a:pPr>
            <a:r>
              <a:t>Predictive analytics mitigate environmental risks and diseases.</a:t>
            </a:r>
          </a:p>
          <a:p>
            <a:pPr>
              <a:defRPr sz="1800"/>
            </a:pPr>
            <a:r>
              <a:t>Automates key agricultural processes for efficiency gains.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Global agriculture technology market growing rapidly.</a:t>
            </a:r>
          </a:p>
          <a:p>
            <a:pPr>
              <a:defRPr sz="1800"/>
            </a:pPr>
            <a:r>
              <a:t>Farmers globally demand efficiency and sustainability solutions.</a:t>
            </a:r>
          </a:p>
          <a:p>
            <a:pPr>
              <a:defRPr sz="1800"/>
            </a:pPr>
            <a:r>
              <a:t>Addressing critical food security and profitability challenges.</a:t>
            </a:r>
          </a:p>
          <a:p>
            <a:pPr>
              <a:defRPr sz="1800"/>
            </a:pPr>
            <a:r>
              <a:t>Large and underserved market with high adoption potential.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Integrated sensors, drones, and machine learning for data collection.</a:t>
            </a:r>
          </a:p>
          <a:p>
            <a:pPr>
              <a:defRPr sz="1800"/>
            </a:pPr>
            <a:r>
              <a:t>Real-time crop monitoring and predictive insights.</a:t>
            </a:r>
          </a:p>
          <a:p>
            <a:pPr>
              <a:defRPr sz="1800"/>
            </a:pPr>
            <a:r>
              <a:t>Automated precision irrigation and nutrient delivery systems.</a:t>
            </a:r>
          </a:p>
          <a:p>
            <a:pPr>
              <a:defRPr sz="1800"/>
            </a:pPr>
            <a:r>
              <a:t>Intuitive dashboard provides actionable farm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Subscription-based SaaS model for recurring revenue.</a:t>
            </a:r>
          </a:p>
          <a:p>
            <a:pPr>
              <a:defRPr sz="1800"/>
            </a:pPr>
            <a:r>
              <a:t>Tiered pricing tailored to farm size and service requirements.</a:t>
            </a:r>
          </a:p>
          <a:p>
            <a:pPr>
              <a:defRPr sz="1800"/>
            </a:pPr>
            <a:r>
              <a:t>Strategic partnerships with agricultural equipment and input providers.</a:t>
            </a:r>
          </a:p>
          <a:p>
            <a:pPr>
              <a:defRPr sz="1800"/>
            </a:pPr>
            <a:r>
              <a:t>Our vision: Sustainable, profitable, and data-driven farming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